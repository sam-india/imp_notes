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Q1: RBAC/ABAC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CognitiveAIOps learns entitlements from user behavior and builds dynamic, context-aware RBAC/ABAC manifests.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4572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Q2: Chatbot vs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3716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Not a chatbot—an agentic AI ecosystem that orchestrates tasks across Risk, Audit, Fraud, and Issue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572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Q3: Federated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Each system hosts its agent; federated layer lets agents collaborate securely without moving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4572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Q4: External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3716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Manifest-based model integrates with JIRA, ServiceNow, PTS, etc., enabling cross-platform actions with audit control.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Q5: Onboarding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SMEs update YAML manifests declaratively—no coding required, instant propagation across agents.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Q6: Governance &amp;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2860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Governance engine enforces rules in real time, creating immutable audit trails and traceability.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Q7: Productivity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Dashboards track efficiency, time-to-resolution, automation impact, helping identify ROI opportunities.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3716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Q8: Human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2860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Human-in-the-loop ensures oversight: flows can require manual confirmation or dual approval.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860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Q9: Fault Tolerance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Domain agents work independently; federated layer reroutes requests ensuring continuous operations.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286000"/>
            <a:ext cx="2743200" cy="731520"/>
          </a:xfrm>
          <a:prstGeom prst="round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Q10: ROI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200400"/>
            <a:ext cx="5486400" cy="1828800"/>
          </a:xfrm>
          <a:prstGeom prst="rect">
            <a:avLst/>
          </a:prstGeom>
          <a:solidFill>
            <a:srgbClr val="F2F2F2"/>
          </a:solidFill>
        </p:spPr>
        <p:txBody>
          <a:bodyPr wrap="none">
            <a:spAutoFit/>
          </a:bodyPr>
          <a:lstStyle/>
          <a:p>
            <a:pPr>
              <a:defRPr sz="1200"/>
            </a:pPr>
            <a:r>
              <a:t>No rip-and-replace; typically 30–40% faster case resolution and 25% improved governance adherence.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